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5E0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PICKSFOLIO — Daily Curation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1F7A"/>
          </a:solidFill>
          <a:ln w="12700">
            <a:solidFill>
              <a:srgbClr val="3A1F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PICKSFOLIO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Curation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7315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일상을 큐레이션하다.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 하나의 링크, PICKS.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 픽하고, 감각적인 그리드 템플릿으로 연결하다.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DECK  · 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PICKSFOLIO란?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한 줄 정의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PICKSFOLIO(픽스폴리오)는
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· 셀러 · 브랜드를 위한
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하이엔드 링크인바이오 큐레이션 플랫폼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인스타그램 · 유튜브 · 블로그 · 자사몰 · 쇼핑몰 상품 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흩어진 모든 디지털 자산을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 하나의 링크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(picks.me/yourname)로 연결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기반 트렌드 데이터, 감각적 그리드 템플릿,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자동화된 비즈니스 협업 도구까지 제공하는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“큐레이션 비즈니스 OS”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0" y="2377440"/>
            <a:ext cx="4754880" cy="3931920"/>
          </a:xfrm>
          <a:prstGeom prst="rect">
            <a:avLst>
              <a:gd name="adj" fmla="val 1860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040880" y="237744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메인 화면 전체 스크린샷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PICKSFOLIO인가?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핵심 차별점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0848" y="2560320"/>
            <a:ext cx="3657600" cy="36576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0848" y="2560320"/>
            <a:ext cx="3657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8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5168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 증명하는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큐레이션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5168" y="452628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감(感)이 아닌 실시간 데이터로 픽합니다.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무신사·올리브영·29CM·KREAM의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급상승 키워드를 AI가 분석해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큐레이션에 바로 반영할 수 있는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인사이트를 제공합니다.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7048" y="2560320"/>
            <a:ext cx="3657600" cy="36576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7048" y="2560320"/>
            <a:ext cx="3657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368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41368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브랜드를 닮은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감각적 디자인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41368" y="452628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틀에 박힌 버튼 리스트는 이제 그만.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쇼퍼블 그리드와 미니멀 브랜드,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2가지 하이엔드 템플릿으로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 피드 · 브랜드 공식 사이트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수준의 경험을 제공합니다.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3248" y="2560320"/>
            <a:ext cx="3657600" cy="36576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3248" y="2560320"/>
            <a:ext cx="3657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7568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27568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넘어선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OS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27568" y="452628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공유에서 끝나지 않습니다.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협업 · 타임라인 · 정산 ·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커머스 · 오픈 스케줄까지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크리에이터의 실제 비즈니스 운영을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곳에서 해결합니다.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2가지 프리미엄 템플릿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브랜드 무드에 맞는 최적 레이아웃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577840" cy="3840480"/>
          </a:xfrm>
          <a:prstGeom prst="rect">
            <a:avLst>
              <a:gd name="adj" fmla="val 2857"/>
            </a:avLst>
          </a:prstGeom>
          <a:solidFill>
            <a:srgbClr val="EDE9FE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SHOPPABLE GRID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쇼퍼블 그리드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피드와 동일한 경험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사진 클릭 시 상품 정보가 하단 슬라이드 업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인스타 피드 동기화 / 상품 정보 오버레이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끊김 없는 쇼핑 경험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대상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패션·뷰티 크리에이터, 쇼핑몰, 인플루언서 셀러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5577840" cy="3840480"/>
          </a:xfrm>
          <a:prstGeom prst="rect">
            <a:avLst>
              <a:gd name="adj" fmla="val 2857"/>
            </a:avLst>
          </a:prstGeom>
          <a:solidFill>
            <a:srgbClr val="0F0B1F"/>
          </a:solidFill>
          <a:ln w="12700">
            <a:solidFill>
              <a:srgbClr val="0F0B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MINIMAL BRAND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미니멀 브랜드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공식 사이트와 동일한 정돈된 경험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931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클릭 시 브랜드 스토리 하단 슬라이드 업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미니멀 디자인 / 브랜드 스토리텔링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깔끔한 상품 목록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대상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브랜드, 로컬 스토어, 라이프스타일 브랜드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쇼케이스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템플릿 전환 화면 캡처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3931920"/>
          </a:xfrm>
          <a:prstGeom prst="rect">
            <a:avLst>
              <a:gd name="adj" fmla="val 1860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112471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쇼케이스 섹션 — 모바일 목업에서 쇼퍼블/미니멀 탭 전환되는 화면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트렌드 스카우트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“모든 플랫폼의 데이터를 한 눈에.”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무신사 · 올리브영 · 29CM · KREAM 실시간 급상승 키워드를
AI가 분석하여 큐레이션 인사이트를 자동 제안합니다.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Live Sync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4대 플랫폼 TOP 5 키워드 실시간 집계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분석 코멘트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순위가 아닌 “왜 뜨는지”까지 한 줄 해설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 / NEW / DOWN 태그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방향성을 한 눈에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원클릭 큐레이션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발견 → 바로 내 링크 블록에 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2377440"/>
            <a:ext cx="5303520" cy="3931920"/>
          </a:xfrm>
          <a:prstGeom prst="rect">
            <a:avLst>
              <a:gd name="adj" fmla="val 2326"/>
            </a:avLst>
          </a:prstGeom>
          <a:solidFill>
            <a:srgbClr val="EDE9FE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분석 코멘트 예시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926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#바시티 자켓  </a:t>
            </a:r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간절기 필수 아이템으로 클래식 무드 강화 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3886200"/>
            <a:ext cx="4937760" cy="0"/>
          </a:xfrm>
          <a:prstGeom prst="line">
            <a:avLst/>
          </a:prstGeom>
          <a:noFill/>
          <a:ln w="12700">
            <a:solidFill>
              <a:srgbClr val="E5E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40233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#글로시 숏패딩  </a:t>
            </a:r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유광 소재에 대한 1020 세대의 관심도 폭발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4983480"/>
            <a:ext cx="4937760" cy="0"/>
          </a:xfrm>
          <a:prstGeom prst="line">
            <a:avLst/>
          </a:prstGeom>
          <a:noFill/>
          <a:ln w="12700">
            <a:solidFill>
              <a:srgbClr val="E5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5120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#미니 크로스백  </a:t>
            </a:r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Y2K 리바이벌과 함께 소형 실루엣 지속 상승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트렌드 스카우트 대시보드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사이드바 + 키워드 패널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3931920"/>
          </a:xfrm>
          <a:prstGeom prst="rect">
            <a:avLst>
              <a:gd name="adj" fmla="val 1860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112471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트렌드 스카우트 대시보드 — 플랫폼 사이드바 + 키워드 패널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트렌드 보드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방문자도, 크리에이터도 재방문할 이유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화면에서 방문자가 지금 가장 핫한 키워드와 상품 순위를 바로 확인할 수 있습니다.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방문자는 트렌드에, 크리에이터는 데이터에 노출 — 양쪽 모두에게 재방문 이유를 만들어 줍니다.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2377440"/>
            <a:ext cx="5852160" cy="3931920"/>
          </a:xfrm>
          <a:prstGeom prst="rect">
            <a:avLst>
              <a:gd name="adj" fmla="val 1860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0" y="237744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급상승 키워드 TOP 5 보드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협업 자동화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Suite — 브랜드 제안부터 정산까지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7607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914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0545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제안 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picks.me/yourname/proposal 전용 링크로 제안 접수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82112"/>
            <a:ext cx="57607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82112"/>
            <a:ext cx="914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186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타임라인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메시지·파일·일정을 하나의 타임라인에 기록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57607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95344"/>
            <a:ext cx="914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319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매직 링크 로그인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1879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담당자가 이메일 링크만으로 타임라인 접속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08576"/>
            <a:ext cx="57607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608576"/>
            <a:ext cx="914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6451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관리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9011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완료 후 수익 정산 현황을 대시보드에서 추적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321808"/>
            <a:ext cx="576072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321808"/>
            <a:ext cx="914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3583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스케줄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6144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촬영·라이브·미팅 가능 시간을 공개해 제안 편의성 향상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468880"/>
            <a:ext cx="5212080" cy="3840480"/>
          </a:xfrm>
          <a:prstGeom prst="rect">
            <a:avLst>
              <a:gd name="adj" fmla="val 1905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583680" y="246888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대시보드 / 협업 타임라인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커머스 &amp; 방송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앱 없이 PICKS 링크에서 바로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스트리밍 내장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앱 없이 PICKS 링크에서 바로 라이브 진행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 설정 / 이력 관리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송출 품질, 과거 방송 아카이브 일괄 관리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쇼퍼블 라이브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 중 상품 태그 → 시청자 즉시 구매 링크 클릭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166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커머스 대시보드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532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매출·시청자·참여율 통합 모니터링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5212080" cy="3840480"/>
          </a:xfrm>
          <a:prstGeom prst="rect">
            <a:avLst>
              <a:gd name="adj" fmla="val 1905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83680" y="246888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커머스 관리 화면 / 방송 이력 대시보드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&amp; 포트폴리오 관리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브랜드에 맞춘 자유로운 커스터마이징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앤 드롭 링크 편집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순서, 스타일, 썸네일을 자유롭게 커스터마이징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섹션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721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작업물을 별도 섹션으로 전시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도메인 연결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picks.me/yourname 기본, 개인 도메인 연결 지원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 / OG 태그 자동 최적화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5458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공유 시 카드 미리보기 완벽 지원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5212080" cy="3840480"/>
          </a:xfrm>
          <a:prstGeom prst="rect">
            <a:avLst>
              <a:gd name="adj" fmla="val 1905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83680" y="246888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관리 + 포트폴리오 관리 화면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간편한 가입 &amp; 로그인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보안과 편의를 모두 고려한 접근 경험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소셜 로그인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OIDC 기반 — 이름·전화번호 자동 연동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/ 비밀번호 로그인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721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방식 병행 지원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로그아웃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2시간 비활성 시 자동 로그아웃으로 보안 강화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자동 생성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5458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로그인 후 핸들(ID) 설정만으로 바로 개설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5212080" cy="3840480"/>
          </a:xfrm>
          <a:prstGeom prst="rect">
            <a:avLst>
              <a:gd name="adj" fmla="val 1905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83680" y="246888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페이지 / 카카오 로그인 버튼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Journey — 가입부터 재성장까지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가입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8793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10233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0233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핸들 설정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picks.me/yourname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71826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63266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3266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템플릿 선택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24858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16298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6298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AI 트렌드로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큐레이션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7891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9331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9331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링크·상품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추가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30924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2364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2364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SNS에 공유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83957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75397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5397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브랜드 제안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36990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228430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8430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라이브·정산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90022" y="274320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481462" y="2743200"/>
            <a:ext cx="1161593" cy="1463040"/>
          </a:xfrm>
          <a:prstGeom prst="rect">
            <a:avLst>
              <a:gd name="adj" fmla="val 6298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81462" y="2743200"/>
            <a:ext cx="116159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데이터로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· 반복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11247120" cy="1554480"/>
          </a:xfrm>
          <a:prstGeom prst="rect">
            <a:avLst>
              <a:gd name="adj" fmla="val 4706"/>
            </a:avLst>
          </a:prstGeom>
          <a:solidFill>
            <a:srgbClr val="EDE9FE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  이미지 영역
</a:t>
            </a:r>
            <a:pPr algn="ctr"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→ 설정 → 대시보드 화면 3컷 여정 캡처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멤버십 플랜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PICKSFOLIO PRO · Seller Verification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577840" cy="3840480"/>
          </a:xfrm>
          <a:prstGeom prst="rect">
            <a:avLst>
              <a:gd name="adj" fmla="val 2857"/>
            </a:avLst>
          </a:prstGeom>
          <a:solidFill>
            <a:srgbClr val="3A1F7A"/>
          </a:solidFill>
          <a:ln w="12700">
            <a:solidFill>
              <a:srgbClr val="3A1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PICKSFOLIO PRO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₩9,900</a:t>
            </a:r>
            <a:pPr indent="0" marL="0">
              <a:buNone/>
            </a:pPr>
            <a:r>
              <a:rPr lang="en-US" sz="16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월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85800" y="40233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트렌드 스카우트 무제한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협업 타임라인 · 비즈니스 대시보드 풀 액세스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라이브 커머스 송출 시간 확장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커스텀 도메인 연결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우선 고객 지원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806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수단  ·  신용카드 · 토스페이 · 카카오페이 (PortOne V2)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5577840" cy="384048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SELLER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3063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판매자 인증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46520" y="40233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사업자등록번호 · 정산 계좌 인증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인증 완료 시 정산 기능 활성화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안전한 거래를 위한 표준 검증 절차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5806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크리에이터의 신뢰 기반, 브랜드의 안심 거래를 동시에.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분께 가장 잘 어울리나요?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타겟별 활용 시나리오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solidFill>
            <a:srgbClr val="3A1F7A"/>
          </a:solidFill>
          <a:ln w="12700">
            <a:solidFill>
              <a:srgbClr val="3A1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963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49631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시나리오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1247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2608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패션·뷰티 인플루언서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926080"/>
            <a:ext cx="6766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 피드 → 쇼퍼블 그리드로 즉시 구매 유도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11247120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47872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브랜드·스몰 브랜드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547872"/>
            <a:ext cx="6766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미니멀 템플릿으로 브랜드 공식 사이트 대체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11247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966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커머스 셀러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169664"/>
            <a:ext cx="6766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라이브 + 상품 태그로 판매·방송 통합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91456"/>
            <a:ext cx="11247120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91456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프리랜서·크리에이터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791456"/>
            <a:ext cx="6766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+ 오픈 스케줄로 브랜드 협업 유치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13248"/>
            <a:ext cx="11247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413248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스토어·카페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5413248"/>
            <a:ext cx="6766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메뉴·예약·SNS를 하나의 링크로 통합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현황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Traction &amp; Tech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577840" cy="3840480"/>
          </a:xfrm>
          <a:prstGeom prst="rect">
            <a:avLst>
              <a:gd name="adj" fmla="val 2857"/>
            </a:avLst>
          </a:prstGeom>
          <a:solidFill>
            <a:srgbClr val="EDE9FE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개설된 링크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3A1F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4,281</a:t>
            </a:r>
            <a:pPr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685800" y="5120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개의 크리에이터·셀러·브랜드가 이미 PICKS로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자신의 큐레이션을 시작했습니다.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468880"/>
            <a:ext cx="5577840" cy="384048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안정적인 기술 스택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 · Vite · Tailwind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178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4178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Netlify Functions · Express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45628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45628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· Netlify Blobs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49469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49469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Gemini (@google/genai)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53309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53309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PortOne V2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5715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5715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· Google OAuth · Netlify Identity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· 제휴 문의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5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PICKS와 함께 당신의 큐레이션을 시작하세요.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124712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60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접속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5603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https://picks.me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124712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가입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200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picks.me/signup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4712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비즈니스(브랜드) 계정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8404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picks.me/business-signup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124712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480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이용약관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4805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picks.me/terms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4712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개인정보처리방침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5120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picks.me/privacy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1828800"/>
            <a:ext cx="7315200" cy="7315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3A1F7A"/>
          </a:solidFill>
          <a:ln w="12700">
            <a:solidFill>
              <a:srgbClr val="3A1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넘어,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당신의 브랜드로.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77240" y="4206240"/>
            <a:ext cx="7315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PICKSFOLIO — Daily Curation, Reimagined.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A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495" y="6565392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4A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PICKSFOLIO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PICKSFOLIO Service Deck</dc:title>
  <dc:subject>PptxGenJS Presentation</dc:subject>
  <dc:creator>PICKSFOLIO</dc:creator>
  <cp:lastModifiedBy>PICKSFOLIO</cp:lastModifiedBy>
  <cp:revision>1</cp:revision>
  <dcterms:created xsi:type="dcterms:W3CDTF">2026-04-23T12:11:47Z</dcterms:created>
  <dcterms:modified xsi:type="dcterms:W3CDTF">2026-04-23T12:11:47Z</dcterms:modified>
</cp:coreProperties>
</file>